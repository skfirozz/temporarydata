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4"/>
  </p:notesMasterIdLst>
  <p:sldIdLst>
    <p:sldId id="3214"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E36E2-E57D-4979-8116-5021D23CC653}" type="datetimeFigureOut">
              <a:rPr lang="en-IN" smtClean="0"/>
              <a:t>17-12-2024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06B1B3-F029-4E9F-9BC4-876549FBE744}"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06B1B3-F029-4E9F-9BC4-876549FBE744}"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4.emf"/><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a:xfrm>
            <a:off x="457200" y="1425598"/>
            <a:ext cx="8229600" cy="4698977"/>
          </a:xfrm>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ooter Placeholder 4"/>
          <p:cNvSpPr>
            <a:spLocks noGrp="1"/>
          </p:cNvSpPr>
          <p:nvPr>
            <p:ph type="ftr" sz="quarter" idx="3"/>
          </p:nvPr>
        </p:nvSpPr>
        <p:spPr>
          <a:xfrm>
            <a:off x="2146440" y="6516624"/>
            <a:ext cx="4848720" cy="78229"/>
          </a:xfrm>
          <a:prstGeom prst="rect">
            <a:avLst/>
          </a:prstGeom>
        </p:spPr>
        <p:txBody>
          <a:bodyPr vert="horz" lIns="0" tIns="0" rIns="0" bIns="0" rtlCol="0" anchor="ctr" anchorCtr="0">
            <a:noAutofit/>
          </a:bodyPr>
          <a:lstStyle>
            <a:lvl1pPr algn="l">
              <a:defRPr sz="900">
                <a:solidFill>
                  <a:schemeClr val="bg1"/>
                </a:solidFill>
                <a:latin typeface="+mn-lt"/>
                <a:cs typeface="Arial" panose="020B0604020202020204" pitchFamily="34" charset="0"/>
              </a:defRPr>
            </a:lvl1pPr>
          </a:lstStyle>
          <a:p>
            <a:pPr algn="ctr" defTabSz="914400">
              <a:spcAft>
                <a:spcPts val="540"/>
              </a:spcAft>
              <a:buClr>
                <a:srgbClr val="FFE600"/>
              </a:buClr>
              <a:buSzPct val="70000"/>
            </a:pPr>
            <a:r>
              <a:rPr lang="en-US">
                <a:solidFill>
                  <a:srgbClr val="646464"/>
                </a:solidFill>
              </a:rPr>
              <a:t>Proposal to serve:</a:t>
            </a:r>
            <a:br>
              <a:rPr lang="en-US">
                <a:solidFill>
                  <a:srgbClr val="646464"/>
                </a:solidFill>
              </a:rPr>
            </a:br>
            <a:r>
              <a:rPr lang="en-US">
                <a:solidFill>
                  <a:srgbClr val="646464"/>
                </a:solidFill>
              </a:rPr>
              <a:t>SR11-7 Model Upgrade Project – Corporate and Investment Bank</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5" y="0"/>
            <a:ext cx="9183999" cy="6858000"/>
          </a:xfrm>
          <a:prstGeom prst="rect">
            <a:avLst/>
          </a:prstGeom>
        </p:spPr>
      </p:pic>
      <p:sp>
        <p:nvSpPr>
          <p:cNvPr id="3074" name="Rectangle 2"/>
          <p:cNvSpPr>
            <a:spLocks noGrp="1" noChangeArrowheads="1"/>
          </p:cNvSpPr>
          <p:nvPr>
            <p:ph type="ctrTitle"/>
          </p:nvPr>
        </p:nvSpPr>
        <p:spPr>
          <a:xfrm>
            <a:off x="2532185" y="457200"/>
            <a:ext cx="5541962" cy="908050"/>
          </a:xfrm>
        </p:spPr>
        <p:txBody>
          <a:bodyPr tIns="0"/>
          <a:lstStyle>
            <a:lvl1pPr>
              <a:lnSpc>
                <a:spcPct val="105000"/>
              </a:lnSpc>
              <a:defRPr>
                <a:solidFill>
                  <a:schemeClr val="bg1"/>
                </a:solidFill>
              </a:defRPr>
            </a:lvl1pPr>
          </a:lstStyle>
          <a:p>
            <a:r>
              <a:rPr lang="en-US"/>
              <a:t>Click to edit Master title style</a:t>
            </a:r>
          </a:p>
        </p:txBody>
      </p:sp>
      <p:sp>
        <p:nvSpPr>
          <p:cNvPr id="3075" name="Rectangle 3"/>
          <p:cNvSpPr>
            <a:spLocks noGrp="1" noChangeArrowheads="1"/>
          </p:cNvSpPr>
          <p:nvPr>
            <p:ph type="subTitle" idx="1"/>
          </p:nvPr>
        </p:nvSpPr>
        <p:spPr>
          <a:xfrm>
            <a:off x="2535359" y="1354156"/>
            <a:ext cx="5541962" cy="1019175"/>
          </a:xfrm>
        </p:spPr>
        <p:txBody>
          <a:bodyPr/>
          <a:lstStyle>
            <a:lvl1pPr marL="0" indent="0">
              <a:lnSpc>
                <a:spcPct val="105000"/>
              </a:lnSpc>
              <a:buFont typeface="Arial" panose="020B0604020202020204" pitchFamily="34" charset="0"/>
              <a:buNone/>
              <a:defRPr sz="1845">
                <a:solidFill>
                  <a:schemeClr val="bg1"/>
                </a:solidFill>
              </a:defRPr>
            </a:lvl1pPr>
          </a:lstStyle>
          <a:p>
            <a:r>
              <a:rPr lang="en-US"/>
              <a:t>Click to edit Master subtitle style</a:t>
            </a:r>
          </a:p>
        </p:txBody>
      </p:sp>
      <p:pic>
        <p:nvPicPr>
          <p:cNvPr id="8" name="Picture 2"/>
          <p:cNvPicPr>
            <a:picLocks noChangeAspect="1" noChangeArrowheads="1"/>
          </p:cNvPicPr>
          <p:nvPr userDrawn="1"/>
        </p:nvPicPr>
        <p:blipFill>
          <a:blip r:embed="rId4" cstate="print">
            <a:biLevel thresh="25000"/>
          </a:blip>
          <a:srcRect/>
          <a:stretch>
            <a:fillRect/>
          </a:stretch>
        </p:blipFill>
        <p:spPr bwMode="gray">
          <a:xfrm>
            <a:off x="2317848" y="5748934"/>
            <a:ext cx="907830" cy="745200"/>
          </a:xfrm>
          <a:prstGeom prst="rect">
            <a:avLst/>
          </a:prstGeom>
          <a:noFill/>
          <a:ln w="9525">
            <a:noFill/>
            <a:miter lim="800000"/>
            <a:headEnd/>
            <a:tailEnd/>
          </a:ln>
          <a:effectLst/>
        </p:spPr>
      </p:pic>
      <p:grpSp>
        <p:nvGrpSpPr>
          <p:cNvPr id="15" name="Group 14"/>
          <p:cNvGrpSpPr>
            <a:grpSpLocks noChangeAspect="1"/>
          </p:cNvGrpSpPr>
          <p:nvPr userDrawn="1"/>
        </p:nvGrpSpPr>
        <p:grpSpPr>
          <a:xfrm>
            <a:off x="52" y="1802603"/>
            <a:ext cx="9183963" cy="4600331"/>
            <a:chOff x="0" y="1628775"/>
            <a:chExt cx="12198350" cy="4469625"/>
          </a:xfrm>
        </p:grpSpPr>
        <p:sp>
          <p:nvSpPr>
            <p:cNvPr id="16" name="Freeform 8"/>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ln>
          </p:spPr>
          <p:txBody>
            <a:bodyPr vert="horz" wrap="square" lIns="91440" tIns="45720" rIns="91440" bIns="45720" numCol="1" anchor="t" anchorCtr="0" compatLnSpc="1"/>
            <a:lstStyle/>
            <a:p>
              <a:endParaRPr lang="en-GB" sz="1660">
                <a:solidFill>
                  <a:srgbClr val="646464"/>
                </a:solidFill>
              </a:endParaRPr>
            </a:p>
          </p:txBody>
        </p:sp>
        <p:pic>
          <p:nvPicPr>
            <p:cNvPr id="17" name="Picture 2"/>
            <p:cNvPicPr>
              <a:picLocks noChangeAspect="1" noChangeArrowheads="1"/>
            </p:cNvPicPr>
            <p:nvPr userDrawn="1"/>
          </p:nvPicPr>
          <p:blipFill>
            <a:blip r:embed="rId5" cstate="print">
              <a:lum/>
            </a:blip>
            <a:srcRect/>
            <a:stretch>
              <a:fillRect/>
            </a:stretch>
          </p:blipFill>
          <p:spPr bwMode="auto">
            <a:xfrm>
              <a:off x="0" y="4291200"/>
              <a:ext cx="3078523" cy="1807200"/>
            </a:xfrm>
            <a:prstGeom prst="rect">
              <a:avLst/>
            </a:prstGeom>
            <a:noFill/>
            <a:ln w="9525">
              <a:noFill/>
              <a:miter lim="800000"/>
              <a:headEnd/>
              <a:tailEnd/>
            </a:ln>
            <a:effectLst/>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a:xfrm>
            <a:off x="457200" y="1425598"/>
            <a:ext cx="8229600" cy="4698977"/>
          </a:xfrm>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ooter Placeholder 4"/>
          <p:cNvSpPr>
            <a:spLocks noGrp="1"/>
          </p:cNvSpPr>
          <p:nvPr>
            <p:ph type="ftr" sz="quarter" idx="3"/>
          </p:nvPr>
        </p:nvSpPr>
        <p:spPr>
          <a:xfrm>
            <a:off x="2146440" y="6516624"/>
            <a:ext cx="4848720" cy="78229"/>
          </a:xfrm>
          <a:prstGeom prst="rect">
            <a:avLst/>
          </a:prstGeom>
        </p:spPr>
        <p:txBody>
          <a:bodyPr vert="horz" lIns="0" tIns="0" rIns="0" bIns="0" rtlCol="0" anchor="ctr" anchorCtr="0">
            <a:noAutofit/>
          </a:bodyPr>
          <a:lstStyle>
            <a:lvl1pPr algn="l">
              <a:defRPr sz="900">
                <a:solidFill>
                  <a:schemeClr val="bg1"/>
                </a:solidFill>
                <a:latin typeface="+mn-lt"/>
                <a:cs typeface="Arial" panose="020B0604020202020204" pitchFamily="34" charset="0"/>
              </a:defRPr>
            </a:lvl1pPr>
          </a:lstStyle>
          <a:p>
            <a:pPr algn="ctr" defTabSz="914400">
              <a:spcAft>
                <a:spcPts val="540"/>
              </a:spcAft>
              <a:buClr>
                <a:srgbClr val="FFE600"/>
              </a:buClr>
              <a:buSzPct val="70000"/>
            </a:pPr>
            <a:r>
              <a:rPr lang="en-US">
                <a:solidFill>
                  <a:srgbClr val="646464"/>
                </a:solidFill>
              </a:rPr>
              <a:t>Proposal to serve:</a:t>
            </a:r>
            <a:br>
              <a:rPr lang="en-US">
                <a:solidFill>
                  <a:srgbClr val="646464"/>
                </a:solidFill>
              </a:rPr>
            </a:br>
            <a:r>
              <a:rPr lang="en-US">
                <a:solidFill>
                  <a:srgbClr val="646464"/>
                </a:solidFill>
              </a:rPr>
              <a:t>SR11-7 Model Upgrade Project – Corporate and Investment Bank</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V">
    <p:spTree>
      <p:nvGrpSpPr>
        <p:cNvPr id="1" name=""/>
        <p:cNvGrpSpPr/>
        <p:nvPr/>
      </p:nvGrpSpPr>
      <p:grpSpPr>
        <a:xfrm>
          <a:off x="0" y="0"/>
          <a:ext cx="0" cy="0"/>
          <a:chOff x="0" y="0"/>
          <a:chExt cx="0" cy="0"/>
        </a:xfrm>
      </p:grpSpPr>
      <p:sp>
        <p:nvSpPr>
          <p:cNvPr id="3" name="Rectangle 2"/>
          <p:cNvSpPr/>
          <p:nvPr userDrawn="1"/>
        </p:nvSpPr>
        <p:spPr>
          <a:xfrm>
            <a:off x="450850" y="259980"/>
            <a:ext cx="2147570" cy="5977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pl-PL">
              <a:solidFill>
                <a:srgbClr val="FFFFFF"/>
              </a:solidFill>
            </a:endParaRPr>
          </a:p>
        </p:txBody>
      </p:sp>
      <p:sp>
        <p:nvSpPr>
          <p:cNvPr id="4" name="Rectangle 3"/>
          <p:cNvSpPr/>
          <p:nvPr userDrawn="1"/>
        </p:nvSpPr>
        <p:spPr bwMode="auto">
          <a:xfrm flipH="1" flipV="1">
            <a:off x="444196" y="259978"/>
            <a:ext cx="8255303" cy="1084833"/>
          </a:xfrm>
          <a:prstGeom prst="rect">
            <a:avLst/>
          </a:prstGeom>
          <a:solidFill>
            <a:schemeClr val="accent2"/>
          </a:solidFill>
          <a:ln w="1270" cap="flat" cmpd="sng">
            <a:noFill/>
            <a:prstDash val="solid"/>
            <a:round/>
            <a:headEnd type="none" w="med" len="med"/>
            <a:tailEnd type="none" w="med" len="med"/>
          </a:ln>
        </p:spPr>
        <p:txBody>
          <a:bodyPr lIns="70148" tIns="35074" rIns="70148" bIns="35074" anchor="ctr"/>
          <a:lstStyle/>
          <a:p>
            <a:pPr fontAlgn="base">
              <a:spcBef>
                <a:spcPct val="50000"/>
              </a:spcBef>
              <a:spcAft>
                <a:spcPct val="0"/>
              </a:spcAft>
              <a:defRPr/>
            </a:pPr>
            <a:endParaRPr lang="en-US" sz="1200" kern="0">
              <a:solidFill>
                <a:sysClr val="windowText" lastClr="000000"/>
              </a:solidFill>
            </a:endParaRPr>
          </a:p>
        </p:txBody>
      </p:sp>
      <p:sp>
        <p:nvSpPr>
          <p:cNvPr id="6" name="Content Placeholder 5"/>
          <p:cNvSpPr>
            <a:spLocks noGrp="1"/>
          </p:cNvSpPr>
          <p:nvPr>
            <p:ph sz="quarter" idx="10"/>
          </p:nvPr>
        </p:nvSpPr>
        <p:spPr>
          <a:xfrm>
            <a:off x="2682875" y="1428750"/>
            <a:ext cx="5948363" cy="4808538"/>
          </a:xfrm>
        </p:spPr>
        <p:txBody>
          <a:bodyPr>
            <a:noAutofit/>
          </a:bodyPr>
          <a:lstStyle>
            <a:lvl1pPr marL="0" indent="0">
              <a:spcAft>
                <a:spcPts val="1200"/>
              </a:spcAft>
              <a:buNone/>
              <a:defRPr sz="1200" b="1">
                <a:solidFill>
                  <a:schemeClr val="accent4">
                    <a:lumMod val="50000"/>
                  </a:schemeClr>
                </a:solidFill>
                <a:latin typeface="EYInterstate" pitchFamily="2" charset="0"/>
              </a:defRPr>
            </a:lvl1pPr>
            <a:lvl2pPr marL="182880" indent="-177800">
              <a:spcAft>
                <a:spcPts val="0"/>
              </a:spcAft>
              <a:defRPr sz="800" b="1">
                <a:solidFill>
                  <a:srgbClr val="000000"/>
                </a:solidFill>
                <a:latin typeface="EYInterstate" pitchFamily="2" charset="0"/>
              </a:defRPr>
            </a:lvl2pPr>
            <a:lvl3pPr marL="184150" indent="0">
              <a:spcBef>
                <a:spcPts val="0"/>
              </a:spcBef>
              <a:spcAft>
                <a:spcPts val="200"/>
              </a:spcAft>
              <a:buNone/>
              <a:defRPr sz="800">
                <a:solidFill>
                  <a:srgbClr val="000000"/>
                </a:solidFill>
              </a:defRPr>
            </a:lvl3pPr>
            <a:lvl4pPr>
              <a:spcAft>
                <a:spcPts val="300"/>
              </a:spcAft>
              <a:defRPr sz="800">
                <a:solidFill>
                  <a:srgbClr val="000000"/>
                </a:solidFill>
              </a:defRPr>
            </a:lvl4pPr>
            <a:lvl5pPr>
              <a:spcAft>
                <a:spcPts val="300"/>
              </a:spcAft>
              <a:defRPr sz="800">
                <a:solidFill>
                  <a:srgbClr val="000000"/>
                </a:solidFill>
              </a:defRPr>
            </a:lvl5pPr>
          </a:lstStyle>
          <a:p>
            <a:pPr lvl="0"/>
            <a:r>
              <a:rPr lang="en-US"/>
              <a:t>Click to edit Master text styles</a:t>
            </a:r>
          </a:p>
          <a:p>
            <a:pPr lvl="1"/>
            <a:r>
              <a:rPr lang="en-US"/>
              <a:t>Second level</a:t>
            </a:r>
          </a:p>
          <a:p>
            <a:pPr lvl="2"/>
            <a:r>
              <a:rPr lang="en-US"/>
              <a:t>Third level</a:t>
            </a:r>
          </a:p>
        </p:txBody>
      </p:sp>
      <p:cxnSp>
        <p:nvCxnSpPr>
          <p:cNvPr id="9" name="Straight Connector 8"/>
          <p:cNvCxnSpPr/>
          <p:nvPr userDrawn="1"/>
        </p:nvCxnSpPr>
        <p:spPr>
          <a:xfrm>
            <a:off x="2687906" y="1693357"/>
            <a:ext cx="6011594"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35635" y="1693357"/>
            <a:ext cx="1744056"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 Placeholder 16"/>
          <p:cNvSpPr>
            <a:spLocks noGrp="1"/>
          </p:cNvSpPr>
          <p:nvPr>
            <p:ph type="body" sz="quarter" idx="11"/>
          </p:nvPr>
        </p:nvSpPr>
        <p:spPr>
          <a:xfrm>
            <a:off x="625475" y="1428750"/>
            <a:ext cx="1866900" cy="2335530"/>
          </a:xfrm>
        </p:spPr>
        <p:txBody>
          <a:bodyPr>
            <a:noAutofit/>
          </a:bodyPr>
          <a:lstStyle>
            <a:lvl1pPr marL="0" indent="0">
              <a:spcAft>
                <a:spcPts val="1200"/>
              </a:spcAft>
              <a:buNone/>
              <a:defRPr sz="1200" b="1">
                <a:solidFill>
                  <a:schemeClr val="tx2"/>
                </a:solidFill>
                <a:latin typeface="EYInterstate" pitchFamily="2" charset="0"/>
              </a:defRPr>
            </a:lvl1pPr>
            <a:lvl2pPr marL="182880" indent="-177800">
              <a:defRPr sz="800">
                <a:solidFill>
                  <a:schemeClr val="tx2"/>
                </a:solidFill>
              </a:defRPr>
            </a:lvl2pPr>
            <a:lvl3pPr marL="358775" indent="-189230">
              <a:defRPr sz="800">
                <a:solidFill>
                  <a:schemeClr val="tx2"/>
                </a:solidFill>
              </a:defRPr>
            </a:lvl3pPr>
            <a:lvl4pPr marL="541655" indent="-180975">
              <a:defRPr sz="800">
                <a:solidFill>
                  <a:schemeClr val="tx2"/>
                </a:solidFill>
              </a:defRPr>
            </a:lvl4pPr>
            <a:lvl5pP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6"/>
          <p:cNvSpPr>
            <a:spLocks noGrp="1"/>
          </p:cNvSpPr>
          <p:nvPr>
            <p:ph type="body" sz="quarter" idx="12"/>
          </p:nvPr>
        </p:nvSpPr>
        <p:spPr>
          <a:xfrm>
            <a:off x="611559" y="3944938"/>
            <a:ext cx="1846525" cy="2206625"/>
          </a:xfrm>
        </p:spPr>
        <p:txBody>
          <a:bodyPr>
            <a:noAutofit/>
          </a:bodyPr>
          <a:lstStyle>
            <a:lvl1pPr marL="0" indent="0">
              <a:spcAft>
                <a:spcPts val="1200"/>
              </a:spcAft>
              <a:buNone/>
              <a:defRPr sz="1200" b="1">
                <a:solidFill>
                  <a:schemeClr val="tx2"/>
                </a:solidFill>
                <a:latin typeface="EYInterstate" pitchFamily="2" charset="0"/>
              </a:defRPr>
            </a:lvl1pPr>
            <a:lvl2pPr marL="182880" indent="-177800">
              <a:defRPr sz="800">
                <a:solidFill>
                  <a:schemeClr val="tx2"/>
                </a:solidFill>
              </a:defRPr>
            </a:lvl2pPr>
            <a:lvl3pPr marL="358775" indent="-189230">
              <a:defRPr sz="800">
                <a:solidFill>
                  <a:schemeClr val="tx2"/>
                </a:solidFill>
              </a:defRPr>
            </a:lvl3pPr>
            <a:lvl4pPr marL="541655" indent="-180975">
              <a:defRPr sz="800">
                <a:solidFill>
                  <a:schemeClr val="tx2"/>
                </a:solidFill>
              </a:defRPr>
            </a:lvl4pPr>
            <a:lvl5pP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Text Placeholder 22"/>
          <p:cNvSpPr>
            <a:spLocks noGrp="1"/>
          </p:cNvSpPr>
          <p:nvPr>
            <p:ph type="body" sz="quarter" idx="13"/>
          </p:nvPr>
        </p:nvSpPr>
        <p:spPr>
          <a:xfrm>
            <a:off x="1227138" y="361950"/>
            <a:ext cx="4068762" cy="268288"/>
          </a:xfrm>
        </p:spPr>
        <p:txBody>
          <a:bodyPr>
            <a:noAutofit/>
          </a:bodyPr>
          <a:lstStyle>
            <a:lvl1pPr marL="0" indent="0">
              <a:buNone/>
              <a:defRPr sz="1800" b="1">
                <a:solidFill>
                  <a:srgbClr val="000000"/>
                </a:solidFill>
                <a:latin typeface="EYInterstate" pitchFamily="2" charset="0"/>
              </a:defRPr>
            </a:lvl1pPr>
          </a:lstStyle>
          <a:p>
            <a:pPr lvl="0"/>
            <a:r>
              <a:rPr lang="en-US"/>
              <a:t>Click to edit Master text styles</a:t>
            </a:r>
          </a:p>
        </p:txBody>
      </p:sp>
      <p:sp>
        <p:nvSpPr>
          <p:cNvPr id="25" name="Text Placeholder 24"/>
          <p:cNvSpPr>
            <a:spLocks noGrp="1"/>
          </p:cNvSpPr>
          <p:nvPr>
            <p:ph type="body" sz="quarter" idx="14"/>
          </p:nvPr>
        </p:nvSpPr>
        <p:spPr>
          <a:xfrm>
            <a:off x="1227138" y="642938"/>
            <a:ext cx="4084002" cy="220662"/>
          </a:xfrm>
        </p:spPr>
        <p:txBody>
          <a:bodyPr>
            <a:normAutofit/>
          </a:bodyPr>
          <a:lstStyle>
            <a:lvl1pPr marL="0" indent="0">
              <a:buNone/>
              <a:defRPr sz="1400" b="1">
                <a:solidFill>
                  <a:srgbClr val="000000"/>
                </a:solidFill>
              </a:defRPr>
            </a:lvl1pPr>
          </a:lstStyle>
          <a:p>
            <a:pPr lvl="0"/>
            <a:r>
              <a:rPr lang="en-US"/>
              <a:t>Click to edit Master text styles</a:t>
            </a:r>
            <a:endParaRPr lang="pl-PL"/>
          </a:p>
        </p:txBody>
      </p:sp>
      <p:sp>
        <p:nvSpPr>
          <p:cNvPr id="27" name="Text Placeholder 26"/>
          <p:cNvSpPr>
            <a:spLocks noGrp="1"/>
          </p:cNvSpPr>
          <p:nvPr>
            <p:ph type="body" sz="quarter" idx="15"/>
          </p:nvPr>
        </p:nvSpPr>
        <p:spPr>
          <a:xfrm>
            <a:off x="1227139" y="865188"/>
            <a:ext cx="4099242" cy="331787"/>
          </a:xfrm>
        </p:spPr>
        <p:txBody>
          <a:bodyPr>
            <a:normAutofit/>
          </a:bodyPr>
          <a:lstStyle>
            <a:lvl1pPr marL="0" indent="0">
              <a:spcBef>
                <a:spcPts val="0"/>
              </a:spcBef>
              <a:buNone/>
              <a:tabLst>
                <a:tab pos="448945" algn="l"/>
              </a:tabLst>
              <a:defRPr sz="700">
                <a:solidFill>
                  <a:srgbClr val="000000"/>
                </a:solidFill>
              </a:defRPr>
            </a:lvl1pPr>
          </a:lstStyle>
          <a:p>
            <a:pPr lvl="0"/>
            <a:r>
              <a:rPr lang="en-US"/>
              <a:t>Click to edit Master text styles</a:t>
            </a:r>
            <a:endParaRPr lang="pl-PL"/>
          </a:p>
        </p:txBody>
      </p:sp>
      <p:pic>
        <p:nvPicPr>
          <p:cNvPr id="22" name="Picture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84464" y="6327648"/>
            <a:ext cx="399919" cy="408838"/>
          </a:xfrm>
          <a:prstGeom prst="rect">
            <a:avLst/>
          </a:prstGeom>
        </p:spPr>
      </p:pic>
      <p:sp>
        <p:nvSpPr>
          <p:cNvPr id="16" name="Line 11"/>
          <p:cNvSpPr>
            <a:spLocks noChangeShapeType="1"/>
          </p:cNvSpPr>
          <p:nvPr userDrawn="1"/>
        </p:nvSpPr>
        <p:spPr bwMode="auto">
          <a:xfrm>
            <a:off x="455613" y="6243638"/>
            <a:ext cx="8229600" cy="0"/>
          </a:xfrm>
          <a:prstGeom prst="line">
            <a:avLst/>
          </a:prstGeom>
          <a:noFill/>
          <a:ln w="3175">
            <a:solidFill>
              <a:srgbClr val="646464"/>
            </a:solidFill>
            <a:round/>
          </a:ln>
          <a:effectLst/>
        </p:spPr>
        <p:txBody>
          <a:bodyPr wrap="none" anchor="ctr"/>
          <a:lstStyle/>
          <a:p>
            <a:pPr fontAlgn="base">
              <a:spcBef>
                <a:spcPct val="0"/>
              </a:spcBef>
              <a:spcAft>
                <a:spcPct val="0"/>
              </a:spcAft>
            </a:pPr>
            <a:endParaRPr lang="en-US">
              <a:solidFill>
                <a:srgbClr val="646464"/>
              </a:solidFill>
            </a:endParaRPr>
          </a:p>
        </p:txBody>
      </p:sp>
      <p:sp>
        <p:nvSpPr>
          <p:cNvPr id="15" name="Footer Placeholder 4"/>
          <p:cNvSpPr>
            <a:spLocks noGrp="1"/>
          </p:cNvSpPr>
          <p:nvPr>
            <p:ph type="ftr" sz="quarter" idx="3"/>
          </p:nvPr>
        </p:nvSpPr>
        <p:spPr>
          <a:xfrm>
            <a:off x="2146440" y="6364408"/>
            <a:ext cx="4848720" cy="230446"/>
          </a:xfrm>
          <a:prstGeom prst="rect">
            <a:avLst/>
          </a:prstGeom>
        </p:spPr>
        <p:txBody>
          <a:bodyPr vert="horz" lIns="0" tIns="0" rIns="0" bIns="0" rtlCol="0" anchor="ctr" anchorCtr="0">
            <a:noAutofit/>
          </a:bodyPr>
          <a:lstStyle>
            <a:lvl1pPr algn="l">
              <a:defRPr sz="900">
                <a:solidFill>
                  <a:schemeClr val="bg1"/>
                </a:solidFill>
                <a:latin typeface="+mn-lt"/>
                <a:cs typeface="Arial" panose="020B0604020202020204" pitchFamily="34" charset="0"/>
              </a:defRPr>
            </a:lvl1pPr>
          </a:lstStyle>
          <a:p>
            <a:pPr algn="ctr" defTabSz="914400">
              <a:spcAft>
                <a:spcPts val="540"/>
              </a:spcAft>
              <a:buClr>
                <a:srgbClr val="FFE600"/>
              </a:buClr>
              <a:buSzPct val="70000"/>
            </a:pPr>
            <a:r>
              <a:rPr lang="en-US">
                <a:solidFill>
                  <a:srgbClr val="646464"/>
                </a:solidFill>
              </a:rPr>
              <a:t>Proposal to serve:: Team Structure and CVs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5" y="0"/>
            <a:ext cx="9183999" cy="6858000"/>
          </a:xfrm>
          <a:prstGeom prst="rect">
            <a:avLst/>
          </a:prstGeom>
        </p:spPr>
      </p:pic>
      <p:sp>
        <p:nvSpPr>
          <p:cNvPr id="3074" name="Rectangle 2"/>
          <p:cNvSpPr>
            <a:spLocks noGrp="1" noChangeArrowheads="1"/>
          </p:cNvSpPr>
          <p:nvPr>
            <p:ph type="ctrTitle"/>
          </p:nvPr>
        </p:nvSpPr>
        <p:spPr>
          <a:xfrm>
            <a:off x="2532185" y="457200"/>
            <a:ext cx="5541962" cy="908050"/>
          </a:xfrm>
        </p:spPr>
        <p:txBody>
          <a:bodyPr tIns="0"/>
          <a:lstStyle>
            <a:lvl1pPr>
              <a:lnSpc>
                <a:spcPct val="105000"/>
              </a:lnSpc>
              <a:defRPr>
                <a:solidFill>
                  <a:schemeClr val="bg1"/>
                </a:solidFill>
              </a:defRPr>
            </a:lvl1pPr>
          </a:lstStyle>
          <a:p>
            <a:r>
              <a:rPr lang="en-US"/>
              <a:t>Click to edit Master title style</a:t>
            </a:r>
          </a:p>
        </p:txBody>
      </p:sp>
      <p:sp>
        <p:nvSpPr>
          <p:cNvPr id="3075" name="Rectangle 3"/>
          <p:cNvSpPr>
            <a:spLocks noGrp="1" noChangeArrowheads="1"/>
          </p:cNvSpPr>
          <p:nvPr>
            <p:ph type="subTitle" idx="1"/>
          </p:nvPr>
        </p:nvSpPr>
        <p:spPr>
          <a:xfrm>
            <a:off x="2535359" y="1354156"/>
            <a:ext cx="5541962" cy="1019175"/>
          </a:xfrm>
        </p:spPr>
        <p:txBody>
          <a:bodyPr/>
          <a:lstStyle>
            <a:lvl1pPr marL="0" indent="0">
              <a:lnSpc>
                <a:spcPct val="105000"/>
              </a:lnSpc>
              <a:buFont typeface="Arial" panose="020B0604020202020204" pitchFamily="34" charset="0"/>
              <a:buNone/>
              <a:defRPr sz="1845">
                <a:solidFill>
                  <a:schemeClr val="bg1"/>
                </a:solidFill>
              </a:defRPr>
            </a:lvl1pPr>
          </a:lstStyle>
          <a:p>
            <a:r>
              <a:rPr lang="en-US"/>
              <a:t>Click to edit Master subtitle style</a:t>
            </a:r>
          </a:p>
        </p:txBody>
      </p:sp>
      <p:pic>
        <p:nvPicPr>
          <p:cNvPr id="8" name="Picture 2"/>
          <p:cNvPicPr>
            <a:picLocks noChangeAspect="1" noChangeArrowheads="1"/>
          </p:cNvPicPr>
          <p:nvPr userDrawn="1"/>
        </p:nvPicPr>
        <p:blipFill>
          <a:blip r:embed="rId4" cstate="print">
            <a:biLevel thresh="25000"/>
          </a:blip>
          <a:srcRect/>
          <a:stretch>
            <a:fillRect/>
          </a:stretch>
        </p:blipFill>
        <p:spPr bwMode="gray">
          <a:xfrm>
            <a:off x="2317848" y="5748934"/>
            <a:ext cx="907830" cy="745200"/>
          </a:xfrm>
          <a:prstGeom prst="rect">
            <a:avLst/>
          </a:prstGeom>
          <a:noFill/>
          <a:ln w="9525">
            <a:noFill/>
            <a:miter lim="800000"/>
            <a:headEnd/>
            <a:tailEnd/>
          </a:ln>
          <a:effectLst/>
        </p:spPr>
      </p:pic>
      <p:grpSp>
        <p:nvGrpSpPr>
          <p:cNvPr id="15" name="Group 14"/>
          <p:cNvGrpSpPr>
            <a:grpSpLocks noChangeAspect="1"/>
          </p:cNvGrpSpPr>
          <p:nvPr userDrawn="1"/>
        </p:nvGrpSpPr>
        <p:grpSpPr>
          <a:xfrm>
            <a:off x="52" y="1802603"/>
            <a:ext cx="9183963" cy="4600331"/>
            <a:chOff x="0" y="1628775"/>
            <a:chExt cx="12198350" cy="4469625"/>
          </a:xfrm>
        </p:grpSpPr>
        <p:sp>
          <p:nvSpPr>
            <p:cNvPr id="16" name="Freeform 8"/>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ln>
          </p:spPr>
          <p:txBody>
            <a:bodyPr vert="horz" wrap="square" lIns="91440" tIns="45720" rIns="91440" bIns="45720" numCol="1" anchor="t" anchorCtr="0" compatLnSpc="1"/>
            <a:lstStyle/>
            <a:p>
              <a:endParaRPr lang="en-GB" sz="1660">
                <a:solidFill>
                  <a:srgbClr val="646464"/>
                </a:solidFill>
              </a:endParaRPr>
            </a:p>
          </p:txBody>
        </p:sp>
        <p:pic>
          <p:nvPicPr>
            <p:cNvPr id="17" name="Picture 2"/>
            <p:cNvPicPr>
              <a:picLocks noChangeAspect="1" noChangeArrowheads="1"/>
            </p:cNvPicPr>
            <p:nvPr userDrawn="1"/>
          </p:nvPicPr>
          <p:blipFill>
            <a:blip r:embed="rId5" cstate="print">
              <a:lum/>
            </a:blip>
            <a:srcRect/>
            <a:stretch>
              <a:fillRect/>
            </a:stretch>
          </p:blipFill>
          <p:spPr bwMode="auto">
            <a:xfrm>
              <a:off x="0" y="4291200"/>
              <a:ext cx="3078523" cy="1807200"/>
            </a:xfrm>
            <a:prstGeom prst="rect">
              <a:avLst/>
            </a:prstGeom>
            <a:noFill/>
            <a:ln w="9525">
              <a:noFill/>
              <a:miter lim="800000"/>
              <a:headEnd/>
              <a:tailEnd/>
            </a:ln>
            <a:effectLst/>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1.wmf"/><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4025" y="201600"/>
            <a:ext cx="8232775" cy="860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457200" y="1425600"/>
            <a:ext cx="8229600" cy="46989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p:cNvSpPr txBox="1"/>
          <p:nvPr/>
        </p:nvSpPr>
        <p:spPr>
          <a:xfrm>
            <a:off x="463827" y="6409944"/>
            <a:ext cx="722376" cy="201168"/>
          </a:xfrm>
          <a:prstGeom prst="rect">
            <a:avLst/>
          </a:prstGeom>
          <a:noFill/>
        </p:spPr>
        <p:txBody>
          <a:bodyPr wrap="square" lIns="0" tIns="0" rIns="0" bIns="0" rtlCol="0" anchor="t" anchorCtr="0">
            <a:noAutofit/>
          </a:bodyPr>
          <a:lstStyle/>
          <a:p>
            <a:r>
              <a:rPr lang="en-GB" sz="900">
                <a:solidFill>
                  <a:srgbClr val="646464"/>
                </a:solidFill>
                <a:cs typeface="Arial" panose="020B0604020202020204" pitchFamily="34" charset="0"/>
              </a:rPr>
              <a:t>Page </a:t>
            </a:r>
            <a:fld id="{9AE4D82F-B047-469B-AC52-A46321747EAF}" type="slidenum">
              <a:rPr lang="en-GB" sz="900">
                <a:solidFill>
                  <a:srgbClr val="646464"/>
                </a:solidFill>
                <a:cs typeface="Arial" panose="020B0604020202020204" pitchFamily="34" charset="0"/>
              </a:rPr>
              <a:t>‹#›</a:t>
            </a:fld>
            <a:endParaRPr lang="en-GB" sz="900">
              <a:solidFill>
                <a:srgbClr val="646464"/>
              </a:solidFill>
              <a:cs typeface="Arial" panose="020B0604020202020204" pitchFamily="34" charset="0"/>
            </a:endParaRP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84464" y="6327648"/>
            <a:ext cx="399919" cy="40883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p:txStyles>
    <p:titleStyle>
      <a:lvl1pPr algn="l" defTabSz="914400" rtl="0" eaLnBrk="1" latinLnBrk="0" hangingPunct="1">
        <a:lnSpc>
          <a:spcPct val="85000"/>
        </a:lnSpc>
        <a:spcBef>
          <a:spcPct val="0"/>
        </a:spcBef>
        <a:buNone/>
        <a:defRPr sz="3000" b="0" kern="1200">
          <a:solidFill>
            <a:schemeClr val="bg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spcBef>
          <a:spcPct val="20000"/>
        </a:spcBef>
        <a:buClr>
          <a:schemeClr val="accent2"/>
        </a:buClr>
        <a:buSzPct val="70000"/>
        <a:buFont typeface="Arial" panose="020B0604020202020204" pitchFamily="34" charset="0"/>
        <a:buNone/>
        <a:defRPr sz="900" kern="1200">
          <a:solidFill>
            <a:schemeClr val="bg1"/>
          </a:solidFill>
          <a:latin typeface="Arial" panose="020B0604020202020204" pitchFamily="34" charset="0"/>
          <a:ea typeface="+mn-ea"/>
          <a:cs typeface="Arial" panose="020B0604020202020204" pitchFamily="34" charset="0"/>
        </a:defRPr>
      </a:lvl1pPr>
      <a:lvl2pPr marL="161925" indent="-16192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2pPr>
      <a:lvl3pPr marL="288925" indent="-13652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3pPr>
      <a:lvl4pPr marL="457200" indent="-125730"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4025" y="201600"/>
            <a:ext cx="8232775" cy="860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457200" y="1425600"/>
            <a:ext cx="8229600" cy="46989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p:cNvSpPr txBox="1"/>
          <p:nvPr/>
        </p:nvSpPr>
        <p:spPr>
          <a:xfrm>
            <a:off x="463827" y="6409944"/>
            <a:ext cx="722376" cy="201168"/>
          </a:xfrm>
          <a:prstGeom prst="rect">
            <a:avLst/>
          </a:prstGeom>
          <a:noFill/>
        </p:spPr>
        <p:txBody>
          <a:bodyPr wrap="square" lIns="0" tIns="0" rIns="0" bIns="0" rtlCol="0" anchor="t" anchorCtr="0">
            <a:noAutofit/>
          </a:bodyPr>
          <a:lstStyle/>
          <a:p>
            <a:r>
              <a:rPr lang="en-GB" sz="900">
                <a:solidFill>
                  <a:srgbClr val="646464"/>
                </a:solidFill>
                <a:cs typeface="Arial" panose="020B0604020202020204" pitchFamily="34" charset="0"/>
              </a:rPr>
              <a:t>Page </a:t>
            </a:r>
            <a:fld id="{9AE4D82F-B047-469B-AC52-A46321747EAF}" type="slidenum">
              <a:rPr lang="en-GB" sz="900">
                <a:solidFill>
                  <a:srgbClr val="646464"/>
                </a:solidFill>
                <a:cs typeface="Arial" panose="020B0604020202020204" pitchFamily="34" charset="0"/>
              </a:rPr>
              <a:t>‹#›</a:t>
            </a:fld>
            <a:endParaRPr lang="en-GB" sz="900">
              <a:solidFill>
                <a:srgbClr val="646464"/>
              </a:solidFill>
              <a:cs typeface="Arial" panose="020B0604020202020204" pitchFamily="34" charset="0"/>
            </a:endParaRPr>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84464" y="6327648"/>
            <a:ext cx="399919" cy="408838"/>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sldNum="0" hdr="0" ftr="0"/>
  <p:txStyles>
    <p:titleStyle>
      <a:lvl1pPr algn="l" defTabSz="914400" rtl="0" eaLnBrk="1" latinLnBrk="0" hangingPunct="1">
        <a:lnSpc>
          <a:spcPct val="85000"/>
        </a:lnSpc>
        <a:spcBef>
          <a:spcPct val="0"/>
        </a:spcBef>
        <a:buNone/>
        <a:defRPr sz="3000" b="0" kern="1200">
          <a:solidFill>
            <a:schemeClr val="bg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spcBef>
          <a:spcPct val="20000"/>
        </a:spcBef>
        <a:buClr>
          <a:schemeClr val="accent2"/>
        </a:buClr>
        <a:buSzPct val="70000"/>
        <a:buFont typeface="Arial" panose="020B0604020202020204" pitchFamily="34" charset="0"/>
        <a:buNone/>
        <a:defRPr sz="900" kern="1200">
          <a:solidFill>
            <a:schemeClr val="bg1"/>
          </a:solidFill>
          <a:latin typeface="Arial" panose="020B0604020202020204" pitchFamily="34" charset="0"/>
          <a:ea typeface="+mn-ea"/>
          <a:cs typeface="Arial" panose="020B0604020202020204" pitchFamily="34" charset="0"/>
        </a:defRPr>
      </a:lvl1pPr>
      <a:lvl2pPr marL="161925" indent="-16192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2pPr>
      <a:lvl3pPr marL="288925" indent="-13652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3pPr>
      <a:lvl4pPr marL="457200" indent="-125730"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9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03423" y="1470937"/>
            <a:ext cx="5948363" cy="4794396"/>
          </a:xfrm>
        </p:spPr>
        <p:txBody>
          <a:bodyPr/>
          <a:lstStyle/>
          <a:p>
            <a:r>
              <a:rPr lang="en-GB" sz="1400" dirty="0">
                <a:solidFill>
                  <a:srgbClr val="545454"/>
                </a:solidFill>
                <a:latin typeface="EYInterstate Light" panose="02000506000000020004" pitchFamily="2" charset="0"/>
                <a:sym typeface="Arial Unicode MS" panose="020B0604020202020204" pitchFamily="34" charset="-128"/>
              </a:rPr>
              <a:t>Professional Experience</a:t>
            </a:r>
          </a:p>
          <a:p>
            <a:pPr marL="172720" lvl="4" indent="-171450" algn="just" defTabSz="872490" fontAlgn="base">
              <a:spcBef>
                <a:spcPct val="0"/>
              </a:spcBef>
              <a:spcAft>
                <a:spcPts val="660"/>
              </a:spcAft>
              <a:buClr>
                <a:srgbClr val="FFE600"/>
              </a:buClr>
              <a:buSzPct val="70000"/>
              <a:buFont typeface="Arial" panose="020B0604020202020204" pitchFamily="34" charset="0"/>
              <a:buChar char="►"/>
              <a:tabLst>
                <a:tab pos="2829560" algn="l"/>
                <a:tab pos="4088130" algn="r"/>
              </a:tabLst>
              <a:defRPr/>
            </a:pPr>
            <a:r>
              <a:rPr lang="en-IN" sz="1100" dirty="0">
                <a:latin typeface="EYInterstate Light" panose="02000506000000020004" pitchFamily="2" charset="0"/>
              </a:rPr>
              <a:t>Full Stack Developer(Java and Angular)  Capgemini, Hyderabad, India</a:t>
            </a:r>
          </a:p>
          <a:p>
            <a:pPr marL="1270" lvl="4" indent="0" algn="just" defTabSz="872490" fontAlgn="base">
              <a:spcBef>
                <a:spcPct val="0"/>
              </a:spcBef>
              <a:spcAft>
                <a:spcPts val="660"/>
              </a:spcAft>
              <a:buClr>
                <a:srgbClr val="FFE600"/>
              </a:buClr>
              <a:buSzPct val="70000"/>
              <a:buNone/>
              <a:tabLst>
                <a:tab pos="2829560" algn="l"/>
                <a:tab pos="4088130" algn="r"/>
              </a:tabLst>
              <a:defRPr/>
            </a:pPr>
            <a:r>
              <a:rPr lang="en-US" sz="1100" b="0" i="0" u="none" strike="noStrike" baseline="0" dirty="0">
                <a:latin typeface="LiberationSans"/>
              </a:rPr>
              <a:t>  Client: Mercedez-Benz</a:t>
            </a:r>
            <a:endParaRPr lang="en-IN" sz="1100" dirty="0">
              <a:latin typeface="EYInterstate Light" panose="02000506000000020004" pitchFamily="2" charset="0"/>
            </a:endParaRPr>
          </a:p>
          <a:p>
            <a:pPr algn="l"/>
            <a:r>
              <a:rPr lang="en-US" sz="1100" b="0" i="0" u="none" strike="noStrike" baseline="0" dirty="0">
                <a:solidFill>
                  <a:schemeClr val="tx1"/>
                </a:solidFill>
                <a:latin typeface="EYInterstate Light" panose="02000506000000020004"/>
              </a:rPr>
              <a:t> </a:t>
            </a:r>
            <a:r>
              <a:rPr lang="en-US" sz="1100" b="0" dirty="0">
                <a:solidFill>
                  <a:schemeClr val="tx1"/>
                </a:solidFill>
                <a:latin typeface="EYInterstate Light" panose="02000506000000020004"/>
              </a:rPr>
              <a:t>Working on to develop the ERP application to handle the business on real-time data and processing the jobs continuously and restful services for multiple applications and exposing the APIS on heavily to integrate the third party APIs into the Application. And working on the Distributed Systems for the real-time applications.</a:t>
            </a:r>
            <a:endParaRPr lang="en-IN" sz="1100" dirty="0">
              <a:solidFill>
                <a:schemeClr val="tx1"/>
              </a:solidFill>
              <a:latin typeface="EYInterstate Light" panose="02000506000000020004"/>
            </a:endParaRPr>
          </a:p>
          <a:p>
            <a:pPr marL="1270" lvl="4" indent="0" algn="just" defTabSz="872490" fontAlgn="base">
              <a:spcBef>
                <a:spcPct val="0"/>
              </a:spcBef>
              <a:spcAft>
                <a:spcPts val="660"/>
              </a:spcAft>
              <a:buClr>
                <a:srgbClr val="FFE600"/>
              </a:buClr>
              <a:buSzPct val="70000"/>
              <a:buNone/>
              <a:tabLst>
                <a:tab pos="2829560" algn="l"/>
                <a:tab pos="4088130" algn="r"/>
              </a:tabLst>
              <a:defRPr/>
            </a:pPr>
            <a:endParaRPr lang="en-IN" sz="1100" dirty="0">
              <a:latin typeface="EYInterstate Light" panose="02000506000000020004" pitchFamily="2" charset="0"/>
            </a:endParaRPr>
          </a:p>
          <a:p>
            <a:pPr marL="172720" lvl="4" indent="-171450" algn="just" defTabSz="872490" fontAlgn="base">
              <a:spcBef>
                <a:spcPct val="0"/>
              </a:spcBef>
              <a:spcAft>
                <a:spcPts val="660"/>
              </a:spcAft>
              <a:buClr>
                <a:srgbClr val="FFE600"/>
              </a:buClr>
              <a:buSzPct val="70000"/>
              <a:buFont typeface="Arial" panose="020B0604020202020204" pitchFamily="34" charset="0"/>
              <a:buChar char="►"/>
              <a:tabLst>
                <a:tab pos="2829560" algn="l"/>
                <a:tab pos="4088130" algn="r"/>
              </a:tabLst>
              <a:defRPr/>
            </a:pPr>
            <a:r>
              <a:rPr lang="en-IN" sz="1100" dirty="0">
                <a:latin typeface="EYInterstate Light" panose="02000506000000020004" pitchFamily="2" charset="0"/>
              </a:rPr>
              <a:t>Senior Software Engineer (Java) NewGen, Bangalore, India</a:t>
            </a:r>
          </a:p>
          <a:p>
            <a:pPr algn="l"/>
            <a:r>
              <a:rPr lang="en-US" sz="1100" b="0" i="0" u="none" strike="noStrike" baseline="0" dirty="0">
                <a:solidFill>
                  <a:schemeClr val="tx1"/>
                </a:solidFill>
                <a:latin typeface="EYInterstate Light" panose="02000506000000020004"/>
              </a:rPr>
              <a:t>Developed</a:t>
            </a:r>
            <a:r>
              <a:rPr lang="en-US" sz="1100" b="0" dirty="0">
                <a:solidFill>
                  <a:schemeClr val="tx1"/>
                </a:solidFill>
                <a:latin typeface="EYInterstate Light" panose="02000506000000020004"/>
              </a:rPr>
              <a:t> few banking applications to process the cards and loans.</a:t>
            </a:r>
            <a:endParaRPr lang="en-IN" sz="1100" dirty="0">
              <a:latin typeface="EYInterstate Light" panose="02000506000000020004" pitchFamily="2" charset="0"/>
            </a:endParaRPr>
          </a:p>
          <a:p>
            <a:pPr marL="172720" lvl="4" indent="-171450" algn="just" defTabSz="872490" fontAlgn="base">
              <a:spcBef>
                <a:spcPct val="0"/>
              </a:spcBef>
              <a:spcAft>
                <a:spcPts val="660"/>
              </a:spcAft>
              <a:buClr>
                <a:srgbClr val="FFE600"/>
              </a:buClr>
              <a:buSzPct val="70000"/>
              <a:buFont typeface="Arial" panose="020B0604020202020204" pitchFamily="34" charset="0"/>
              <a:buChar char="►"/>
              <a:tabLst>
                <a:tab pos="2829560" algn="l"/>
                <a:tab pos="4088130" algn="r"/>
              </a:tabLst>
              <a:defRPr/>
            </a:pPr>
            <a:r>
              <a:rPr lang="en-IN" sz="1100" dirty="0">
                <a:latin typeface="EYInterstate Light" panose="02000506000000020004" pitchFamily="2" charset="0"/>
              </a:rPr>
              <a:t>Software Engineer (full stack developer)  Maybright Ventures(mPokket), India</a:t>
            </a:r>
          </a:p>
          <a:p>
            <a:pPr marL="1270" lvl="4" indent="0" algn="just" defTabSz="872490" fontAlgn="base">
              <a:spcBef>
                <a:spcPct val="0"/>
              </a:spcBef>
              <a:spcAft>
                <a:spcPts val="660"/>
              </a:spcAft>
              <a:buClr>
                <a:srgbClr val="FFE600"/>
              </a:buClr>
              <a:buSzPct val="70000"/>
              <a:buNone/>
              <a:tabLst>
                <a:tab pos="2829560" algn="l"/>
                <a:tab pos="4088130" algn="r"/>
              </a:tabLst>
              <a:defRPr/>
            </a:pPr>
            <a:r>
              <a:rPr lang="en-IN" sz="1100" dirty="0">
                <a:latin typeface="EYInterstate Light" panose="02000506000000020004" pitchFamily="2" charset="0"/>
              </a:rPr>
              <a:t> Client: Own Product </a:t>
            </a:r>
          </a:p>
          <a:p>
            <a:pPr algn="l"/>
            <a:r>
              <a:rPr lang="en-IN" sz="1100" dirty="0">
                <a:latin typeface="EYInterstate Light" panose="02000506000000020004" pitchFamily="2" charset="0"/>
              </a:rPr>
              <a:t> </a:t>
            </a:r>
            <a:r>
              <a:rPr lang="en-US" sz="1100" b="0" i="0" u="none" strike="noStrike" baseline="0" dirty="0">
                <a:solidFill>
                  <a:schemeClr val="tx1"/>
                </a:solidFill>
                <a:latin typeface="EYInterstate Light" panose="02000506000000020004"/>
              </a:rPr>
              <a:t>Worked on a Distributed system and CRM application to handle the financial applications and for the company has own product and app as its providing micro finance loans to the end users</a:t>
            </a:r>
            <a:r>
              <a:rPr lang="en-IN" sz="1100" b="0" i="0" u="none" strike="noStrike" baseline="0" dirty="0">
                <a:solidFill>
                  <a:schemeClr val="tx1"/>
                </a:solidFill>
                <a:latin typeface="EYInterstate Light" panose="02000506000000020004"/>
              </a:rPr>
              <a:t>. </a:t>
            </a:r>
            <a:br>
              <a:rPr lang="en-IN" sz="1100" b="0" i="0" u="none" strike="noStrike" baseline="0" dirty="0">
                <a:solidFill>
                  <a:schemeClr val="tx1"/>
                </a:solidFill>
                <a:latin typeface="EYInterstate Light" panose="02000506000000020004"/>
              </a:rPr>
            </a:br>
            <a:r>
              <a:rPr lang="en-IN" sz="1100" b="0" i="0" u="none" strike="noStrike" baseline="0" dirty="0">
                <a:solidFill>
                  <a:schemeClr val="tx1"/>
                </a:solidFill>
                <a:latin typeface="EYInterstate Light" panose="02000506000000020004"/>
              </a:rPr>
              <a:t>Processing the data for the users and made the application is automation process to process without manual approvals and Schedulers and workers.</a:t>
            </a:r>
          </a:p>
          <a:p>
            <a:pPr algn="l"/>
            <a:r>
              <a:rPr lang="en-US" sz="1100" b="0" i="0" u="none" strike="noStrike" baseline="0" dirty="0">
                <a:solidFill>
                  <a:schemeClr val="tx1"/>
                </a:solidFill>
                <a:latin typeface="EYInterstate Light" panose="02000506000000020004"/>
              </a:rPr>
              <a:t>       </a:t>
            </a:r>
            <a:endParaRPr lang="en-IN" sz="1100" dirty="0">
              <a:latin typeface="EYInterstate Light" panose="02000506000000020004" pitchFamily="2" charset="0"/>
            </a:endParaRPr>
          </a:p>
          <a:p>
            <a:pPr marL="172720" lvl="4" indent="-171450" algn="just" defTabSz="872490" fontAlgn="base">
              <a:spcBef>
                <a:spcPct val="0"/>
              </a:spcBef>
              <a:spcAft>
                <a:spcPts val="660"/>
              </a:spcAft>
              <a:buClr>
                <a:srgbClr val="FFE600"/>
              </a:buClr>
              <a:buSzPct val="70000"/>
              <a:buFont typeface="Arial" panose="020B0604020202020204" pitchFamily="34" charset="0"/>
              <a:buChar char="►"/>
              <a:tabLst>
                <a:tab pos="2829560" algn="l"/>
                <a:tab pos="4088130" algn="r"/>
              </a:tabLst>
              <a:defRPr/>
            </a:pPr>
            <a:endParaRPr lang="en-IN" sz="1100" dirty="0">
              <a:latin typeface="EYInterstate Light" panose="02000506000000020004" pitchFamily="2" charset="0"/>
            </a:endParaRPr>
          </a:p>
          <a:p>
            <a:pPr marL="346075" lvl="4" indent="-171450" defTabSz="872490" fontAlgn="base">
              <a:spcBef>
                <a:spcPct val="0"/>
              </a:spcBef>
              <a:buClr>
                <a:srgbClr val="FFE600"/>
              </a:buClr>
              <a:buSzPct val="70000"/>
              <a:buFont typeface="Arial" panose="020B0604020202020204" pitchFamily="34" charset="0"/>
              <a:buChar char="►"/>
              <a:tabLst>
                <a:tab pos="2829560" algn="l"/>
                <a:tab pos="4088130" algn="r"/>
              </a:tabLst>
              <a:defRPr/>
            </a:pPr>
            <a:endParaRPr lang="en-IN" sz="1100" dirty="0">
              <a:latin typeface="EYInterstate Light" panose="02000506000000020004" pitchFamily="2" charset="0"/>
            </a:endParaRPr>
          </a:p>
          <a:p>
            <a:pPr marL="346075" lvl="4" indent="-171450" defTabSz="872490" fontAlgn="base">
              <a:spcBef>
                <a:spcPct val="0"/>
              </a:spcBef>
              <a:buClr>
                <a:srgbClr val="FFE600"/>
              </a:buClr>
              <a:buSzPct val="70000"/>
              <a:buFont typeface="Arial" panose="020B0604020202020204" pitchFamily="34" charset="0"/>
              <a:buChar char="►"/>
              <a:tabLst>
                <a:tab pos="2829560" algn="l"/>
                <a:tab pos="4088130" algn="r"/>
              </a:tabLst>
              <a:defRPr/>
            </a:pPr>
            <a:endParaRPr lang="en-IN" sz="1100" dirty="0">
              <a:latin typeface="EYInterstate Light" panose="02000506000000020004" pitchFamily="2" charset="0"/>
            </a:endParaRPr>
          </a:p>
          <a:p>
            <a:pPr marL="346075" lvl="4" indent="-171450" defTabSz="872490" fontAlgn="base">
              <a:spcBef>
                <a:spcPct val="0"/>
              </a:spcBef>
              <a:buClr>
                <a:srgbClr val="FFE600"/>
              </a:buClr>
              <a:buSzPct val="70000"/>
              <a:buFont typeface="Arial" panose="020B0604020202020204" pitchFamily="34" charset="0"/>
              <a:buChar char="►"/>
              <a:tabLst>
                <a:tab pos="2829560" algn="l"/>
                <a:tab pos="4088130" algn="r"/>
              </a:tabLst>
              <a:defRPr/>
            </a:pPr>
            <a:endParaRPr lang="en-IN" sz="1100" dirty="0">
              <a:latin typeface="EYInterstate Light" panose="02000506000000020004" pitchFamily="2" charset="0"/>
            </a:endParaRPr>
          </a:p>
          <a:p>
            <a:pPr marL="174625" lvl="4" indent="0" defTabSz="872490" fontAlgn="base">
              <a:spcBef>
                <a:spcPct val="0"/>
              </a:spcBef>
              <a:buClr>
                <a:srgbClr val="FFE600"/>
              </a:buClr>
              <a:buSzPct val="70000"/>
              <a:buNone/>
              <a:tabLst>
                <a:tab pos="2829560" algn="l"/>
                <a:tab pos="4088130" algn="r"/>
              </a:tabLst>
              <a:defRPr/>
            </a:pPr>
            <a:endParaRPr lang="en-IN" sz="1100" dirty="0">
              <a:latin typeface="EYInterstate Light" panose="02000506000000020004" pitchFamily="2" charset="0"/>
            </a:endParaRPr>
          </a:p>
          <a:p>
            <a:pPr marL="174625" lvl="4" indent="0" defTabSz="872490" fontAlgn="base">
              <a:spcBef>
                <a:spcPct val="0"/>
              </a:spcBef>
              <a:buClr>
                <a:srgbClr val="FFE600"/>
              </a:buClr>
              <a:buSzPct val="70000"/>
              <a:buNone/>
              <a:tabLst>
                <a:tab pos="2829560" algn="l"/>
                <a:tab pos="4088130" algn="r"/>
              </a:tabLst>
              <a:defRPr/>
            </a:pPr>
            <a:endParaRPr lang="en-IN" sz="1100" dirty="0">
              <a:latin typeface="EYInterstate Light" panose="02000506000000020004" pitchFamily="2" charset="0"/>
            </a:endParaRPr>
          </a:p>
        </p:txBody>
      </p:sp>
      <p:sp>
        <p:nvSpPr>
          <p:cNvPr id="5" name="Text Placeholder 4"/>
          <p:cNvSpPr>
            <a:spLocks noGrp="1"/>
          </p:cNvSpPr>
          <p:nvPr>
            <p:ph type="body" sz="quarter" idx="13"/>
          </p:nvPr>
        </p:nvSpPr>
        <p:spPr>
          <a:xfrm>
            <a:off x="648335" y="652145"/>
            <a:ext cx="2444750" cy="364490"/>
          </a:xfrm>
        </p:spPr>
        <p:txBody>
          <a:bodyPr/>
          <a:lstStyle/>
          <a:p>
            <a:r>
              <a:rPr lang="en-US" altLang="en-IN" b="0" dirty="0"/>
              <a:t>Nidhi Jadhav</a:t>
            </a:r>
          </a:p>
        </p:txBody>
      </p:sp>
      <p:sp>
        <p:nvSpPr>
          <p:cNvPr id="8" name="Content Placeholder 39"/>
          <p:cNvSpPr>
            <a:spLocks noGrp="1"/>
          </p:cNvSpPr>
          <p:nvPr>
            <p:ph type="body" sz="quarter" idx="11"/>
          </p:nvPr>
        </p:nvSpPr>
        <p:spPr>
          <a:xfrm>
            <a:off x="625475" y="1786548"/>
            <a:ext cx="1854202" cy="1019159"/>
          </a:xfrm>
        </p:spPr>
        <p:txBody>
          <a:bodyPr>
            <a:noAutofit/>
          </a:bodyPr>
          <a:lstStyle/>
          <a:p>
            <a:pPr algn="l"/>
            <a:r>
              <a:rPr lang="en-US" sz="900" b="0" i="0" u="none" strike="noStrike" baseline="0" dirty="0">
                <a:latin typeface="LiberationSans"/>
              </a:rPr>
              <a:t>Results-driven software developer with 5 years of  strong experience and proven track record in delivering tailored </a:t>
            </a:r>
            <a:r>
              <a:rPr lang="en-IN" sz="900" b="0" i="0" u="none" strike="noStrike" baseline="0" dirty="0">
                <a:latin typeface="LiberationSans"/>
              </a:rPr>
              <a:t>technical solutions. Specialized in web application development, enhancement and predictive analytics.</a:t>
            </a:r>
            <a:endParaRPr lang="en-US" altLang="en-IN" sz="900" dirty="0">
              <a:latin typeface="EYInterstate Light" panose="02000506000000020004" pitchFamily="2" charset="0"/>
            </a:endParaRPr>
          </a:p>
        </p:txBody>
      </p:sp>
      <p:sp>
        <p:nvSpPr>
          <p:cNvPr id="9" name="Content Placeholder 39"/>
          <p:cNvSpPr txBox="1"/>
          <p:nvPr/>
        </p:nvSpPr>
        <p:spPr>
          <a:xfrm>
            <a:off x="622301" y="2806947"/>
            <a:ext cx="1866900" cy="154102"/>
          </a:xfrm>
          <a:prstGeom prst="rect">
            <a:avLst/>
          </a:prstGeom>
        </p:spPr>
        <p:txBody>
          <a:bodyPr vert="horz" lIns="0" tIns="0" rIns="0" bIns="0" rtlCol="0" anchor="t" anchorCtr="0">
            <a:noAutofit/>
          </a:bodyPr>
          <a:lstStyle>
            <a:lvl1pPr marL="0" indent="0" algn="l" defTabSz="914400" rtl="0" eaLnBrk="1" latinLnBrk="0" hangingPunct="1">
              <a:spcBef>
                <a:spcPct val="20000"/>
              </a:spcBef>
              <a:spcAft>
                <a:spcPts val="1200"/>
              </a:spcAft>
              <a:buClr>
                <a:schemeClr val="accent2"/>
              </a:buClr>
              <a:buSzPct val="70000"/>
              <a:buFont typeface="Arial" panose="020B0604020202020204" pitchFamily="34" charset="0"/>
              <a:buNone/>
              <a:defRPr sz="1200" b="1" kern="1200">
                <a:solidFill>
                  <a:schemeClr val="tx2"/>
                </a:solidFill>
                <a:latin typeface="EYInterstate" pitchFamily="2" charset="0"/>
                <a:ea typeface="+mn-ea"/>
                <a:cs typeface="Arial" panose="020B0604020202020204" pitchFamily="34" charset="0"/>
              </a:defRPr>
            </a:lvl1pPr>
            <a:lvl2pPr marL="182880" indent="-17780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2pPr>
            <a:lvl3pPr marL="358775" indent="-18923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3pPr>
            <a:lvl4pPr marL="541655" indent="-18097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E600"/>
              </a:buClr>
            </a:pPr>
            <a:r>
              <a:rPr lang="en-GB" dirty="0">
                <a:solidFill>
                  <a:srgbClr val="FFFFFF"/>
                </a:solidFill>
                <a:latin typeface="EYInterstate Light" panose="02000506000000020004" pitchFamily="2" charset="0"/>
                <a:sym typeface="Arial Unicode MS" panose="020B0604020202020204" pitchFamily="34" charset="-128"/>
              </a:rPr>
              <a:t>Education</a:t>
            </a:r>
            <a:endParaRPr lang="en-GB" sz="1050" dirty="0">
              <a:solidFill>
                <a:srgbClr val="FFFFFF"/>
              </a:solidFill>
              <a:latin typeface="EYInterstate Light" panose="02000506000000020004" pitchFamily="2" charset="0"/>
              <a:sym typeface="Arial Unicode MS" panose="020B0604020202020204" pitchFamily="34" charset="-128"/>
            </a:endParaRPr>
          </a:p>
        </p:txBody>
      </p:sp>
      <p:cxnSp>
        <p:nvCxnSpPr>
          <p:cNvPr id="10" name="Straight Connector 9"/>
          <p:cNvCxnSpPr/>
          <p:nvPr/>
        </p:nvCxnSpPr>
        <p:spPr>
          <a:xfrm>
            <a:off x="602721" y="3022901"/>
            <a:ext cx="178987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Content Placeholder 39"/>
          <p:cNvSpPr txBox="1"/>
          <p:nvPr/>
        </p:nvSpPr>
        <p:spPr>
          <a:xfrm>
            <a:off x="625170" y="4134652"/>
            <a:ext cx="1866900" cy="1881371"/>
          </a:xfrm>
          <a:prstGeom prst="rect">
            <a:avLst/>
          </a:prstGeom>
        </p:spPr>
        <p:txBody>
          <a:bodyPr vert="horz" lIns="0" tIns="0" rIns="0" bIns="0" rtlCol="0" anchor="t" anchorCtr="0">
            <a:noAutofit/>
          </a:bodyPr>
          <a:lstStyle>
            <a:lvl1pPr marL="0" indent="0" algn="l" defTabSz="914400" rtl="0" eaLnBrk="1" latinLnBrk="0" hangingPunct="1">
              <a:spcBef>
                <a:spcPct val="20000"/>
              </a:spcBef>
              <a:spcAft>
                <a:spcPts val="1200"/>
              </a:spcAft>
              <a:buClr>
                <a:schemeClr val="accent2"/>
              </a:buClr>
              <a:buSzPct val="70000"/>
              <a:buFont typeface="Arial" panose="020B0604020202020204" pitchFamily="34" charset="0"/>
              <a:buNone/>
              <a:defRPr sz="1200" b="1" kern="1200">
                <a:solidFill>
                  <a:schemeClr val="tx2"/>
                </a:solidFill>
                <a:latin typeface="EYInterstate" pitchFamily="2" charset="0"/>
                <a:ea typeface="+mn-ea"/>
                <a:cs typeface="Arial" panose="020B0604020202020204" pitchFamily="34" charset="0"/>
              </a:defRPr>
            </a:lvl1pPr>
            <a:lvl2pPr marL="182880" indent="-17780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2pPr>
            <a:lvl3pPr marL="358775" indent="-18923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3pPr>
            <a:lvl4pPr marL="541655" indent="-18097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3" indent="0" algn="just">
              <a:lnSpc>
                <a:spcPct val="150000"/>
              </a:lnSpc>
              <a:spcBef>
                <a:spcPts val="0"/>
              </a:spcBef>
              <a:buClr>
                <a:srgbClr val="FFD200"/>
              </a:buClr>
              <a:buSzPts val="675"/>
              <a:buNone/>
            </a:pPr>
            <a:endParaRPr lang="en-US" sz="900" dirty="0">
              <a:latin typeface="EYInterstate Light" panose="02000506000000020004" pitchFamily="2" charset="0"/>
            </a:endParaRPr>
          </a:p>
          <a:p>
            <a:pPr marL="155575" lvl="3" indent="-155575" algn="just" rtl="0">
              <a:lnSpc>
                <a:spcPct val="150000"/>
              </a:lnSpc>
              <a:spcBef>
                <a:spcPts val="0"/>
              </a:spcBef>
              <a:spcAft>
                <a:spcPts val="0"/>
              </a:spcAft>
              <a:buClr>
                <a:srgbClr val="FFD200"/>
              </a:buClr>
              <a:buSzPts val="675"/>
              <a:buChar char="►"/>
            </a:pPr>
            <a:r>
              <a:rPr lang="en-US" sz="900" dirty="0">
                <a:latin typeface="EYInterstate Light" panose="02000506000000020004" pitchFamily="2" charset="0"/>
              </a:rPr>
              <a:t>Backend-Frameworks: Java, Spring boot, Microservices</a:t>
            </a:r>
          </a:p>
          <a:p>
            <a:pPr marL="155575" lvl="3" indent="-155575" algn="just" rtl="0">
              <a:lnSpc>
                <a:spcPct val="150000"/>
              </a:lnSpc>
              <a:spcBef>
                <a:spcPts val="0"/>
              </a:spcBef>
              <a:spcAft>
                <a:spcPts val="0"/>
              </a:spcAft>
              <a:buClr>
                <a:srgbClr val="FFD200"/>
              </a:buClr>
              <a:buSzPts val="675"/>
              <a:buChar char="►"/>
            </a:pPr>
            <a:r>
              <a:rPr lang="en-US" sz="900" dirty="0">
                <a:latin typeface="EYInterstate Light" panose="02000506000000020004" pitchFamily="2" charset="0"/>
              </a:rPr>
              <a:t>Frontend-Frameworks:</a:t>
            </a:r>
          </a:p>
          <a:p>
            <a:pPr marL="155575" lvl="3" indent="-155575" algn="just" rtl="0">
              <a:lnSpc>
                <a:spcPct val="150000"/>
              </a:lnSpc>
              <a:spcBef>
                <a:spcPts val="0"/>
              </a:spcBef>
              <a:spcAft>
                <a:spcPts val="0"/>
              </a:spcAft>
              <a:buClr>
                <a:srgbClr val="FFD200"/>
              </a:buClr>
              <a:buSzPts val="675"/>
              <a:buChar char="►"/>
            </a:pPr>
            <a:r>
              <a:rPr lang="en-US" sz="900" dirty="0">
                <a:latin typeface="EYInterstate Light" panose="02000506000000020004" pitchFamily="2" charset="0"/>
              </a:rPr>
              <a:t>Angular</a:t>
            </a:r>
          </a:p>
          <a:p>
            <a:pPr marL="155575" lvl="3" indent="-155575" algn="just" rtl="0">
              <a:lnSpc>
                <a:spcPct val="150000"/>
              </a:lnSpc>
              <a:spcBef>
                <a:spcPts val="0"/>
              </a:spcBef>
              <a:spcAft>
                <a:spcPts val="0"/>
              </a:spcAft>
              <a:buClr>
                <a:srgbClr val="FFD200"/>
              </a:buClr>
              <a:buSzPts val="675"/>
              <a:buChar char="►"/>
            </a:pPr>
            <a:r>
              <a:rPr lang="en-US" sz="900" dirty="0">
                <a:latin typeface="EYInterstate Light" panose="02000506000000020004" pitchFamily="2" charset="0"/>
              </a:rPr>
              <a:t>Database: MySQL, PostgreSQL </a:t>
            </a:r>
          </a:p>
          <a:p>
            <a:pPr marL="155575" lvl="3" indent="-155575" algn="just" rtl="0">
              <a:lnSpc>
                <a:spcPct val="150000"/>
              </a:lnSpc>
              <a:spcBef>
                <a:spcPts val="0"/>
              </a:spcBef>
              <a:spcAft>
                <a:spcPts val="0"/>
              </a:spcAft>
              <a:buClr>
                <a:srgbClr val="FFD200"/>
              </a:buClr>
              <a:buSzPts val="675"/>
              <a:buChar char="►"/>
            </a:pPr>
            <a:r>
              <a:rPr lang="en-US" sz="900" dirty="0">
                <a:latin typeface="EYInterstate Light" panose="02000506000000020004" pitchFamily="2" charset="0"/>
              </a:rPr>
              <a:t>DevOps Tools: GitHub, ELK Logs, </a:t>
            </a:r>
            <a:r>
              <a:rPr lang="en-US" sz="900" dirty="0" err="1">
                <a:latin typeface="EYInterstate Light" panose="02000506000000020004" pitchFamily="2" charset="0"/>
              </a:rPr>
              <a:t>NewRelic</a:t>
            </a:r>
            <a:r>
              <a:rPr lang="en-US" sz="900" dirty="0">
                <a:latin typeface="EYInterstate Light" panose="02000506000000020004" pitchFamily="2" charset="0"/>
              </a:rPr>
              <a:t>, AWS S3, Jenkins, </a:t>
            </a:r>
          </a:p>
        </p:txBody>
      </p:sp>
      <p:cxnSp>
        <p:nvCxnSpPr>
          <p:cNvPr id="12" name="Straight Connector 11"/>
          <p:cNvCxnSpPr/>
          <p:nvPr/>
        </p:nvCxnSpPr>
        <p:spPr>
          <a:xfrm>
            <a:off x="602721" y="4181108"/>
            <a:ext cx="1769765"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Content Placeholder 39"/>
          <p:cNvSpPr txBox="1"/>
          <p:nvPr/>
        </p:nvSpPr>
        <p:spPr>
          <a:xfrm>
            <a:off x="612776" y="3130924"/>
            <a:ext cx="1909959" cy="602554"/>
          </a:xfrm>
          <a:prstGeom prst="rect">
            <a:avLst/>
          </a:prstGeom>
        </p:spPr>
        <p:txBody>
          <a:bodyPr vert="horz" lIns="0" tIns="0" rIns="0" bIns="0" rtlCol="0" anchor="t" anchorCtr="0">
            <a:noAutofit/>
          </a:bodyPr>
          <a:lstStyle>
            <a:lvl1pPr marL="0" indent="0" algn="l" defTabSz="914400" rtl="0" eaLnBrk="1" latinLnBrk="0" hangingPunct="1">
              <a:spcBef>
                <a:spcPct val="20000"/>
              </a:spcBef>
              <a:spcAft>
                <a:spcPts val="1200"/>
              </a:spcAft>
              <a:buClr>
                <a:schemeClr val="accent2"/>
              </a:buClr>
              <a:buSzPct val="70000"/>
              <a:buFont typeface="Arial" panose="020B0604020202020204" pitchFamily="34" charset="0"/>
              <a:buNone/>
              <a:defRPr sz="1200" b="1" kern="1200">
                <a:solidFill>
                  <a:schemeClr val="tx2"/>
                </a:solidFill>
                <a:latin typeface="EYInterstate" pitchFamily="2" charset="0"/>
                <a:ea typeface="+mn-ea"/>
                <a:cs typeface="Arial" panose="020B0604020202020204" pitchFamily="34" charset="0"/>
              </a:defRPr>
            </a:lvl1pPr>
            <a:lvl2pPr marL="182880" indent="-17780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2pPr>
            <a:lvl3pPr marL="358775" indent="-18923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3pPr>
            <a:lvl4pPr marL="541655" indent="-18097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4310" lvl="1" indent="-189230" algn="just">
              <a:lnSpc>
                <a:spcPct val="105000"/>
              </a:lnSpc>
              <a:spcBef>
                <a:spcPts val="0"/>
              </a:spcBef>
              <a:buClr>
                <a:srgbClr val="FFD200"/>
              </a:buClr>
              <a:buSzPts val="675"/>
            </a:pPr>
            <a:r>
              <a:rPr lang="en-US" sz="900" dirty="0">
                <a:latin typeface="EYInterstate Light" panose="02000506000000020004" pitchFamily="2" charset="0"/>
              </a:rPr>
              <a:t>B.Tech,  St. Ann's College of engineering and Technology</a:t>
            </a:r>
            <a:endParaRPr lang="en-IN" sz="900" dirty="0">
              <a:latin typeface="EYInterstate Light" panose="02000506000000020004" pitchFamily="2" charset="0"/>
            </a:endParaRPr>
          </a:p>
        </p:txBody>
      </p:sp>
      <p:sp>
        <p:nvSpPr>
          <p:cNvPr id="14" name="Content Placeholder 39"/>
          <p:cNvSpPr txBox="1"/>
          <p:nvPr/>
        </p:nvSpPr>
        <p:spPr>
          <a:xfrm>
            <a:off x="632564" y="3950673"/>
            <a:ext cx="1833365" cy="364019"/>
          </a:xfrm>
          <a:prstGeom prst="rect">
            <a:avLst/>
          </a:prstGeom>
        </p:spPr>
        <p:txBody>
          <a:bodyPr vert="horz" lIns="0" tIns="0" rIns="0" bIns="0" rtlCol="0" anchor="t" anchorCtr="0">
            <a:noAutofit/>
          </a:bodyPr>
          <a:lstStyle>
            <a:lvl1pPr marL="0" indent="0" algn="l" defTabSz="914400" rtl="0" eaLnBrk="1" latinLnBrk="0" hangingPunct="1">
              <a:spcBef>
                <a:spcPct val="20000"/>
              </a:spcBef>
              <a:spcAft>
                <a:spcPts val="1200"/>
              </a:spcAft>
              <a:buClr>
                <a:schemeClr val="accent2"/>
              </a:buClr>
              <a:buSzPct val="70000"/>
              <a:buFont typeface="Arial" panose="020B0604020202020204" pitchFamily="34" charset="0"/>
              <a:buNone/>
              <a:defRPr sz="1200" b="1" kern="1200">
                <a:solidFill>
                  <a:schemeClr val="tx2"/>
                </a:solidFill>
                <a:latin typeface="EYInterstate" pitchFamily="2" charset="0"/>
                <a:ea typeface="+mn-ea"/>
                <a:cs typeface="Arial" panose="020B0604020202020204" pitchFamily="34" charset="0"/>
              </a:defRPr>
            </a:lvl1pPr>
            <a:lvl2pPr marL="182880" indent="-17780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2pPr>
            <a:lvl3pPr marL="358775" indent="-18923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3pPr>
            <a:lvl4pPr marL="541655" indent="-18097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E600"/>
              </a:buClr>
            </a:pPr>
            <a:r>
              <a:rPr lang="en-GB">
                <a:solidFill>
                  <a:srgbClr val="FFFFFF"/>
                </a:solidFill>
                <a:latin typeface="EYInterstate Light" panose="02000506000000020004" pitchFamily="2" charset="0"/>
                <a:sym typeface="Arial Unicode MS" panose="020B0604020202020204" pitchFamily="34" charset="-128"/>
              </a:rPr>
              <a:t>Skills</a:t>
            </a:r>
            <a:endParaRPr lang="en-GB" sz="1050">
              <a:solidFill>
                <a:srgbClr val="FFFFFF"/>
              </a:solidFill>
              <a:latin typeface="EYInterstate Light" panose="02000506000000020004" pitchFamily="2" charset="0"/>
              <a:sym typeface="Arial Unicode MS" panose="020B0604020202020204" pitchFamily="34" charset="-128"/>
            </a:endParaRPr>
          </a:p>
        </p:txBody>
      </p:sp>
      <p:sp>
        <p:nvSpPr>
          <p:cNvPr id="15" name="Content Placeholder 39"/>
          <p:cNvSpPr txBox="1"/>
          <p:nvPr/>
        </p:nvSpPr>
        <p:spPr>
          <a:xfrm>
            <a:off x="614740" y="1440115"/>
            <a:ext cx="1866900" cy="154102"/>
          </a:xfrm>
          <a:prstGeom prst="rect">
            <a:avLst/>
          </a:prstGeom>
        </p:spPr>
        <p:txBody>
          <a:bodyPr vert="horz" lIns="0" tIns="0" rIns="0" bIns="0" rtlCol="0" anchor="t" anchorCtr="0">
            <a:noAutofit/>
          </a:bodyPr>
          <a:lstStyle>
            <a:lvl1pPr marL="0" indent="0" algn="l" defTabSz="914400" rtl="0" eaLnBrk="1" latinLnBrk="0" hangingPunct="1">
              <a:spcBef>
                <a:spcPct val="20000"/>
              </a:spcBef>
              <a:spcAft>
                <a:spcPts val="1200"/>
              </a:spcAft>
              <a:buClr>
                <a:schemeClr val="accent2"/>
              </a:buClr>
              <a:buSzPct val="70000"/>
              <a:buFont typeface="Arial" panose="020B0604020202020204" pitchFamily="34" charset="0"/>
              <a:buNone/>
              <a:defRPr sz="1200" b="1" kern="1200">
                <a:solidFill>
                  <a:schemeClr val="tx2"/>
                </a:solidFill>
                <a:latin typeface="EYInterstate" pitchFamily="2" charset="0"/>
                <a:ea typeface="+mn-ea"/>
                <a:cs typeface="Arial" panose="020B0604020202020204" pitchFamily="34" charset="0"/>
              </a:defRPr>
            </a:lvl1pPr>
            <a:lvl2pPr marL="182880" indent="-17780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2pPr>
            <a:lvl3pPr marL="358775" indent="-189230"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3pPr>
            <a:lvl4pPr marL="541655" indent="-18097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tx2"/>
                </a:solidFill>
                <a:latin typeface="Arial" panose="020B0604020202020204" pitchFamily="34" charset="0"/>
                <a:ea typeface="+mn-ea"/>
                <a:cs typeface="Arial" panose="020B0604020202020204" pitchFamily="34" charset="0"/>
              </a:defRPr>
            </a:lvl4pPr>
            <a:lvl5pPr marL="631825" indent="-167005" algn="l" defTabSz="914400" rtl="0" eaLnBrk="1" latinLnBrk="0" hangingPunct="1">
              <a:spcBef>
                <a:spcPct val="20000"/>
              </a:spcBef>
              <a:buClr>
                <a:schemeClr val="accent2"/>
              </a:buClr>
              <a:buSzPct val="70000"/>
              <a:buFont typeface="Arial" panose="020B0604020202020204" pitchFamily="34" charset="0"/>
              <a:buChar char="►"/>
              <a:defRPr sz="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E600"/>
              </a:buClr>
            </a:pPr>
            <a:r>
              <a:rPr lang="en-GB" dirty="0">
                <a:solidFill>
                  <a:srgbClr val="FFFFFF"/>
                </a:solidFill>
                <a:latin typeface="EYInterstate Light" panose="02000506000000020004" pitchFamily="2" charset="0"/>
                <a:sym typeface="Arial Unicode MS" panose="020B0604020202020204" pitchFamily="34" charset="-128"/>
              </a:rPr>
              <a:t>Background</a:t>
            </a:r>
            <a:endParaRPr lang="en-GB" sz="1050" dirty="0">
              <a:solidFill>
                <a:srgbClr val="FFFFFF"/>
              </a:solidFill>
              <a:latin typeface="EYInterstate Light" panose="02000506000000020004" pitchFamily="2" charset="0"/>
              <a:sym typeface="Arial Unicode MS" panose="020B0604020202020204" pitchFamily="34" charset="-128"/>
            </a:endParaRPr>
          </a:p>
        </p:txBody>
      </p:sp>
      <p:sp>
        <p:nvSpPr>
          <p:cNvPr id="3" name="Rectangle 2"/>
          <p:cNvSpPr/>
          <p:nvPr/>
        </p:nvSpPr>
        <p:spPr>
          <a:xfrm>
            <a:off x="3499133" y="462782"/>
            <a:ext cx="870126" cy="268778"/>
          </a:xfrm>
          <a:prstGeom prst="rect">
            <a:avLst/>
          </a:prstGeom>
          <a:solidFill>
            <a:schemeClr val="bg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00" b="1" i="0" u="none" strike="noStrike" kern="1200" cap="none" spc="0" normalizeH="0" baseline="0" noProof="0" dirty="0">
                <a:ln>
                  <a:noFill/>
                </a:ln>
                <a:solidFill>
                  <a:sysClr val="windowText" lastClr="000000"/>
                </a:solidFill>
                <a:effectLst/>
                <a:uLnTx/>
                <a:uFillTx/>
                <a:latin typeface="EYInterstate Light"/>
              </a:rPr>
              <a:t>Skills</a:t>
            </a:r>
          </a:p>
        </p:txBody>
      </p:sp>
      <p:sp>
        <p:nvSpPr>
          <p:cNvPr id="4" name="Rectangle 3"/>
          <p:cNvSpPr/>
          <p:nvPr/>
        </p:nvSpPr>
        <p:spPr>
          <a:xfrm>
            <a:off x="3499133" y="829866"/>
            <a:ext cx="870126" cy="268778"/>
          </a:xfrm>
          <a:prstGeom prst="rect">
            <a:avLst/>
          </a:prstGeom>
          <a:solidFill>
            <a:schemeClr val="bg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00" b="1" i="0" u="none" strike="noStrike" kern="1200" cap="none" spc="0" normalizeH="0" baseline="0" noProof="0">
                <a:ln>
                  <a:noFill/>
                </a:ln>
                <a:solidFill>
                  <a:sysClr val="windowText" lastClr="000000"/>
                </a:solidFill>
                <a:effectLst/>
                <a:uLnTx/>
                <a:uFillTx/>
                <a:latin typeface="EYInterstate Light"/>
              </a:rPr>
              <a:t>Tools</a:t>
            </a:r>
          </a:p>
        </p:txBody>
      </p:sp>
      <p:sp>
        <p:nvSpPr>
          <p:cNvPr id="6" name="TextBox 3"/>
          <p:cNvSpPr txBox="1"/>
          <p:nvPr/>
        </p:nvSpPr>
        <p:spPr>
          <a:xfrm>
            <a:off x="4769277" y="461374"/>
            <a:ext cx="3599634" cy="220060"/>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0" tIns="36576" rIns="0" bIns="0" numCol="1" spcCol="0" rtlCol="0" fromWordArt="0" anchor="t" anchorCtr="0" forceAA="0" compatLnSpc="1">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nSpc>
                <a:spcPct val="85000"/>
              </a:lnSpc>
              <a:spcAft>
                <a:spcPts val="600"/>
              </a:spcAft>
              <a:buClr>
                <a:schemeClr val="accent2"/>
              </a:buClr>
              <a:buSzPct val="70000"/>
            </a:pPr>
            <a:r>
              <a:rPr lang="en-US" sz="1400" b="1" dirty="0">
                <a:solidFill>
                  <a:schemeClr val="tx2"/>
                </a:solidFill>
                <a:cs typeface="Arial" panose="020B0604020202020204"/>
              </a:rPr>
              <a:t> </a:t>
            </a:r>
            <a:r>
              <a:rPr lang="en-US" sz="1400" dirty="0">
                <a:solidFill>
                  <a:schemeClr val="tx2"/>
                </a:solidFill>
                <a:latin typeface="EYInterstate Light" panose="02000506000000020004" pitchFamily="2" charset="0"/>
                <a:cs typeface="Arial" panose="020B0604020202020204"/>
              </a:rPr>
              <a:t>Java, Spring boot, Microservices, Angular</a:t>
            </a:r>
            <a:endParaRPr lang="en-US" sz="1200" dirty="0">
              <a:solidFill>
                <a:schemeClr val="tx2"/>
              </a:solidFill>
              <a:latin typeface="EYInterstate Light" panose="02000506000000020004" pitchFamily="2" charset="0"/>
              <a:cs typeface="Arial" panose="020B0604020202020204" pitchFamily="34" charset="0"/>
            </a:endParaRPr>
          </a:p>
        </p:txBody>
      </p:sp>
      <p:sp>
        <p:nvSpPr>
          <p:cNvPr id="7" name="TextBox 4"/>
          <p:cNvSpPr txBox="1"/>
          <p:nvPr/>
        </p:nvSpPr>
        <p:spPr>
          <a:xfrm>
            <a:off x="4772010" y="815041"/>
            <a:ext cx="3596901" cy="220060"/>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0" tIns="36576" rIns="0" bIns="0" numCol="1" spcCol="0" rtlCol="0" fromWordArt="0" anchor="t" anchorCtr="0" forceAA="0" compatLnSpc="1">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nSpc>
                <a:spcPct val="85000"/>
              </a:lnSpc>
              <a:spcAft>
                <a:spcPts val="600"/>
              </a:spcAft>
              <a:buClr>
                <a:schemeClr val="accent2"/>
              </a:buClr>
              <a:buSzPct val="70000"/>
            </a:pPr>
            <a:r>
              <a:rPr lang="en-US" sz="1400" dirty="0">
                <a:solidFill>
                  <a:schemeClr val="tx2"/>
                </a:solidFill>
                <a:cs typeface="Arial" panose="020B0604020202020204"/>
              </a:rPr>
              <a:t> </a:t>
            </a:r>
            <a:r>
              <a:rPr lang="en-US" sz="1400" dirty="0">
                <a:solidFill>
                  <a:schemeClr val="tx2"/>
                </a:solidFill>
                <a:latin typeface="EYInterstate Light" panose="02000506000000020004" pitchFamily="2" charset="0"/>
                <a:cs typeface="Arial" panose="020B0604020202020204"/>
              </a:rPr>
              <a:t>IntelliJ, Eclipse, VS Code, Git, Jira,  Postman </a:t>
            </a:r>
            <a:endParaRPr lang="en-US" sz="1200" dirty="0">
              <a:solidFill>
                <a:schemeClr val="tx2"/>
              </a:solidFill>
              <a:latin typeface="EYInterstate Light" panose="02000506000000020004" pitchFamily="2"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1_EY regular presentation 2010">
  <a:themeElements>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anose="020B0604020202020204"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regular presentation 2010">
  <a:themeElements>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anose="020B0604020202020204"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TotalTime>
  <Words>274</Words>
  <Application>Microsoft Office PowerPoint</Application>
  <PresentationFormat>On-screen Show (4:3)</PresentationFormat>
  <Paragraphs>32</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EYInterstate</vt:lpstr>
      <vt:lpstr>EYInterstate Light</vt:lpstr>
      <vt:lpstr>LiberationSans</vt:lpstr>
      <vt:lpstr>1_EY regular presentation 2010</vt:lpstr>
      <vt:lpstr>2_EY regular presentation 2010</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Shreya Baid</dc:creator>
  <cp:lastModifiedBy>Firoz, Shaik</cp:lastModifiedBy>
  <cp:revision>37</cp:revision>
  <dcterms:created xsi:type="dcterms:W3CDTF">2024-06-14T15:07:48Z</dcterms:created>
  <dcterms:modified xsi:type="dcterms:W3CDTF">2024-12-17T16:11:46Z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0x01010012B01AF44498464F83C57F0333A626E8</vt:lpwstr>
  </property>
  <property fmtid="{D5CDD505-2E9C-101B-9397-08002B2CF9AE}" pid="3" name="ICV">
    <vt:lpwstr>F180C34D49D646099FAA74815ABC9CB0</vt:lpwstr>
  </property>
  <property fmtid="{D5CDD505-2E9C-101B-9397-08002B2CF9AE}" pid="4" name="KSOProductBuildVer">
    <vt:lpwstr>1033-5.4.0.7972</vt:lpwstr>
  </property>
</Properties>
</file>